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e1bc084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be1bc084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be1bc084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be1bc084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be1bc08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be1bc08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be1bc084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be1bc08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be1bc084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be1bc084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be1bc084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be1bc084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be1bc084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be1bc084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be1bc084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be1bc084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be1bc084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be1bc084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be1bc084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be1bc084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be1bc084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be1bc084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be1bc084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be1bc084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be1bc084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be1bc084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be1bc084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be1bc084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be1bc084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be1bc084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be1bc084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be1bc084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be1bc084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be1bc084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be1bc084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be1bc084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be1bc084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be1bc084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be1bc084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be1bc084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be1bc084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be1bc084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be1bc084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be1bc084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be1bc084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be1bc084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be1bc084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be1bc084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be1bc0844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be1bc084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be1bc0844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be1bc084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기본 규칙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작성일 : 26.01.26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게임 시작시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주사위 굴리기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플레이어 턴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플레이어 이동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오브젝트 획득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카드 사용 및 공격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턴 종료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시작시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시작시</a:t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348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시작시</a:t>
            </a:r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374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시작시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384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ko"/>
              <a:t>게임 시작시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461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ko"/>
              <a:t>게임 시작시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363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주사위 굴리기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주사위 굴리기</a:t>
            </a:r>
            <a:endParaRPr/>
          </a:p>
        </p:txBody>
      </p:sp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438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주사위 굴리기</a:t>
            </a:r>
            <a:endParaRPr/>
          </a:p>
        </p:txBody>
      </p:sp>
      <p:pic>
        <p:nvPicPr>
          <p:cNvPr id="113" name="Google Shape;1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493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주사위 굴리기</a:t>
            </a:r>
            <a:endParaRPr/>
          </a:p>
        </p:txBody>
      </p:sp>
      <p:pic>
        <p:nvPicPr>
          <p:cNvPr id="119" name="Google Shape;1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610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 턴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 턴</a:t>
            </a:r>
            <a:endParaRPr/>
          </a:p>
        </p:txBody>
      </p:sp>
      <p:pic>
        <p:nvPicPr>
          <p:cNvPr id="130" name="Google Shape;13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341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 턴</a:t>
            </a:r>
            <a:endParaRPr/>
          </a:p>
        </p:txBody>
      </p:sp>
      <p:pic>
        <p:nvPicPr>
          <p:cNvPr id="136" name="Google Shape;13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638675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 이동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 이동</a:t>
            </a:r>
            <a:endParaRPr/>
          </a:p>
        </p:txBody>
      </p:sp>
      <p:pic>
        <p:nvPicPr>
          <p:cNvPr id="147" name="Google Shape;14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163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 이동</a:t>
            </a:r>
            <a:endParaRPr/>
          </a:p>
        </p:txBody>
      </p:sp>
      <p:pic>
        <p:nvPicPr>
          <p:cNvPr id="153" name="Google Shape;15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3094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 이동</a:t>
            </a:r>
            <a:endParaRPr/>
          </a:p>
        </p:txBody>
      </p:sp>
      <p:pic>
        <p:nvPicPr>
          <p:cNvPr id="159" name="Google Shape;1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166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오브젝트 획득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오브젝트 획득</a:t>
            </a:r>
            <a:endParaRPr/>
          </a:p>
        </p:txBody>
      </p:sp>
      <p:pic>
        <p:nvPicPr>
          <p:cNvPr id="170" name="Google Shape;1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775655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카드 사용 및 공격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카드 사용 및 공격</a:t>
            </a:r>
            <a:endParaRPr/>
          </a:p>
        </p:txBody>
      </p:sp>
      <p:pic>
        <p:nvPicPr>
          <p:cNvPr id="181" name="Google Shape;18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107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카드 사용 및 공격</a:t>
            </a:r>
            <a:endParaRPr/>
          </a:p>
        </p:txBody>
      </p:sp>
      <p:pic>
        <p:nvPicPr>
          <p:cNvPr id="187" name="Google Shape;1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10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턴 종료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턴 종료</a:t>
            </a:r>
            <a:endParaRPr/>
          </a:p>
        </p:txBody>
      </p:sp>
      <p:pic>
        <p:nvPicPr>
          <p:cNvPr id="198" name="Google Shape;1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9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턴 종료</a:t>
            </a:r>
            <a:endParaRPr/>
          </a:p>
        </p:txBody>
      </p:sp>
      <p:pic>
        <p:nvPicPr>
          <p:cNvPr id="204" name="Google Shape;20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07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