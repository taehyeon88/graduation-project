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a72f793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a72f793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72f793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a72f793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a72f7939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a72f7939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figma.com/board/qqIoS2xJb5yJQjzS7yN1Ff/%EC%A1%B8%EC%9E%91?node-id=26-231&amp;t=5YyUQAKf7SsUpZPf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세계관, 배경, 몬스터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r>
              <a:rPr lang="ko"/>
              <a:t>차 작성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623400" y="43509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/>
              <a:t>2026.01.15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세계관 및 배경 설정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7654200" y="0"/>
            <a:ext cx="1489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메모지 : 아이디어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519731" cy="4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575" y="1017725"/>
            <a:ext cx="2149525" cy="4125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세계관 및 배경 설정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7654200" y="0"/>
            <a:ext cx="1489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메모지 : 아이디어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6225" y="0"/>
            <a:ext cx="384758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피그마 링크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311700" y="10177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u="sng">
                <a:solidFill>
                  <a:schemeClr val="hlink"/>
                </a:solidFill>
                <a:hlinkClick r:id="rId3"/>
              </a:rPr>
              <a:t>https://www.figma.com/board/qqIoS2xJb5yJQjzS7yN1Ff/%EC%A1%B8%EC%9E%91?node-id=26-231&amp;t=5YyUQAKf7SsUpZPf-1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