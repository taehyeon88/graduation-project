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16915EE-533D-4B7C-83B2-2828C231FF62}">
  <a:tblStyle styleId="{116915EE-533D-4B7C-83B2-2828C231FF6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f4d6dcd9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f4d6dcd9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f4d6dcd9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f4d6dcd9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f4d6dcd9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f4d6dcd9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f4d6dcd9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f4d6dcd9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f4d6dcd9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f4d6dcd9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기술 카드 (디버프) </a:t>
            </a:r>
            <a:br>
              <a:rPr lang="ko"/>
            </a:br>
            <a:r>
              <a:rPr lang="ko"/>
              <a:t>시스템 개요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업데이트 내역</a:t>
            </a:r>
            <a:endParaRPr/>
          </a:p>
        </p:txBody>
      </p:sp>
      <p:graphicFrame>
        <p:nvGraphicFramePr>
          <p:cNvPr id="61" name="Google Shape;61;p14"/>
          <p:cNvGraphicFramePr/>
          <p:nvPr/>
        </p:nvGraphicFramePr>
        <p:xfrm>
          <a:off x="311700" y="1084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{116915EE-533D-4B7C-83B2-2828C231FF62}</a:tableStyleId>
              </a:tblPr>
              <a:tblGrid>
                <a:gridCol w="571400"/>
                <a:gridCol w="1178600"/>
                <a:gridCol w="1341725"/>
                <a:gridCol w="5428875"/>
              </a:tblGrid>
              <a:tr h="38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순번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일자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작성자/수정자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내용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51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2026.03.13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김덕용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문서 작성 완료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ko"/>
              <a:t>시스템 개요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설계 특징: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카드 사용 주체와 상관없이 효과가 부여되는 로직을 분리하여 확장성 확보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핵심 원칙: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ko" sz="1600"/>
              <a:t>핵심 로직</a:t>
            </a:r>
            <a:endParaRPr sz="16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ko"/>
              <a:t>인접 2칸 이내 장애물 (벽)을 무시하는 자유 시점 타겟팅 시스템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ko"/>
              <a:t>타격 범위는 </a:t>
            </a:r>
            <a:r>
              <a:rPr b="1" lang="ko"/>
              <a:t>단일 타격</a:t>
            </a:r>
            <a:r>
              <a:rPr lang="ko"/>
              <a:t>으로 한다.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ko" sz="1600"/>
              <a:t>자원 관리:</a:t>
            </a:r>
            <a:endParaRPr sz="16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ko"/>
              <a:t>개별 객체 생성이 아닌 스택 합산 방식의 데이터 관리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ko" sz="1600"/>
              <a:t>트리거 분리:</a:t>
            </a:r>
            <a:endParaRPr sz="16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ko"/>
              <a:t>지속 피해 (턴 시작시)와 유지 시간 감소(턴 종료시)의 실행 시점을 명확히 분리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2. </a:t>
            </a:r>
            <a:r>
              <a:rPr lang="ko"/>
              <a:t>카드 발동 및 데이터 처리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2634400" y="1152475"/>
            <a:ext cx="6198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플레이어가 카드를 사용하여 대상을 지정하는 단계</a:t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ko" sz="1600"/>
              <a:t>사용 방식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카드 드래그 후 범위 내 대상 클릭 시 즉시 발동</a:t>
            </a:r>
            <a:endParaRPr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ko" sz="1600"/>
              <a:t>사거리 체크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최소/최대 사거리는 2칸(circle_2 타입)</a:t>
            </a:r>
            <a:endParaRPr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ko" sz="1600"/>
              <a:t>다음 단계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타겟팅이 유효하면 공통 모듈인 [효과 적용/생성] 프로세스로 진입</a:t>
            </a:r>
            <a:endParaRPr/>
          </a:p>
        </p:txBody>
      </p:sp>
      <p:pic>
        <p:nvPicPr>
          <p:cNvPr id="74" name="Google Shape;74;p16" title="디버프카드사용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9" y="1017725"/>
            <a:ext cx="1557691" cy="412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2. 카드 발동 및 데이터 처리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2634400" y="1152475"/>
            <a:ext cx="6198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전달받은 타겟 데이터에 실제 상태 이상 수치를 주입하는 핵심 로직</a:t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ko" sz="1600"/>
              <a:t>상태 체크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대상에게 이미 동일한 디버프가 있는지 우선 검사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ko" sz="1600"/>
              <a:t>중첩 연산: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기존 효과 존재: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ko" sz="1200"/>
              <a:t>객체를 새로 만들지 않고 기존 지속 턴수(스택)에 신규 수치를 합산</a:t>
            </a:r>
            <a:endParaRPr sz="12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신규 효과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ko" sz="1200"/>
              <a:t>대상의 상태 데이터 리스트에 신규 디버프 객체 추가</a:t>
            </a:r>
            <a:endParaRPr sz="12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ko" sz="1600"/>
              <a:t>UI 동기화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연산 즉시 몬스터 상단 또는 설명창의 효과 이름과 숫자(스택)를 업데이트</a:t>
            </a:r>
            <a:endParaRPr/>
          </a:p>
        </p:txBody>
      </p:sp>
      <p:pic>
        <p:nvPicPr>
          <p:cNvPr id="81" name="Google Shape;81;p17" title="효과 적용_생성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2329600" cy="2800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2. 카드 발동 및 데이터 처리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1919500" y="1152475"/>
            <a:ext cx="6912900" cy="5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몬스터의 턴 루프 내에서 디버프가 처리되는 로직</a:t>
            </a:r>
            <a:endParaRPr/>
          </a:p>
        </p:txBody>
      </p:sp>
      <p:pic>
        <p:nvPicPr>
          <p:cNvPr id="88" name="Google Shape;88;p18" title="디버프 유지 및 소멸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2" y="1017725"/>
            <a:ext cx="1503279" cy="41257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" name="Google Shape;89;p18"/>
          <p:cNvGraphicFramePr/>
          <p:nvPr/>
        </p:nvGraphicFramePr>
        <p:xfrm>
          <a:off x="1919500" y="1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{116915EE-533D-4B7C-83B2-2828C231FF62}</a:tableStyleId>
              </a:tblPr>
              <a:tblGrid>
                <a:gridCol w="2304300"/>
                <a:gridCol w="2304300"/>
                <a:gridCol w="2304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구분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발생 시점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상세 내용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지속 피해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몬스터 턴 시작시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틱 데미지를 주는 효과들 데미지 계산 및 선 적용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행동 수행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몬스터 턴 도중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약화된 공격력/방어력 데이터가 반영된 상태로 행동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수치 차감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몬스터 턴 종료시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디버프 잔여 턴 수(스택)를 </a:t>
                      </a:r>
                      <a:br>
                        <a:rPr lang="ko"/>
                      </a:br>
                      <a:r>
                        <a:rPr lang="ko"/>
                        <a:t>1 감소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효과 소멸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차감 직후 (수치 = 0)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몬스터 데이터에서 해당 디버프 삭제 및 UI 제거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차감 직후 (수치 &gt; 0)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수치 </a:t>
                      </a:r>
                      <a:r>
                        <a:rPr lang="ko"/>
                        <a:t>UI </a:t>
                      </a:r>
                      <a:r>
                        <a:rPr lang="ko"/>
                        <a:t>업데이트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