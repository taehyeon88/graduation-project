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02AC88-AACC-48B3-A159-A283486811AF}">
  <a:tblStyle styleId="{4802AC88-AACC-48B3-A159-A283486811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5c1ba42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5c1ba42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5c1ba42e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5c1ba42e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5c1ba42e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5c1ba42e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5c1ba42e7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5c1ba42e7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5c1ba42e7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5c1ba42e7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기술 카드 (방어) </a:t>
            </a:r>
            <a:br>
              <a:rPr lang="ko"/>
            </a:br>
            <a:r>
              <a:rPr lang="ko"/>
              <a:t>시스템 개요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업데이트 내역</a:t>
            </a:r>
            <a:endParaRPr/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311700" y="108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{4802AC88-AACC-48B3-A159-A283486811AF}</a:tableStyleId>
              </a:tblPr>
              <a:tblGrid>
                <a:gridCol w="571400"/>
                <a:gridCol w="1178600"/>
                <a:gridCol w="1341725"/>
                <a:gridCol w="5428875"/>
              </a:tblGrid>
              <a:tr h="38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순번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일자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작성자/수정자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내용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5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2026.03.16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김덕용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문서 작성 완료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/>
              <a:t>시스템 개요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설계 특징: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카드 사용 주체와 상관없이 효과가 부여되는 로직을 분리하여 확장성 확보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핵심 원칙: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ko" sz="1600"/>
              <a:t>핵심 로직</a:t>
            </a:r>
            <a:endParaRPr sz="16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플레이어/몬스터 본인에게 임시 추가 체력을 부여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다음 턴 시작 시 제일 먼저 초기화(제거)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ko" sz="1600"/>
              <a:t>자원 휘발성 및 우선순위</a:t>
            </a:r>
            <a:r>
              <a:rPr lang="ko" sz="1600"/>
              <a:t>:</a:t>
            </a:r>
            <a:endParaRPr sz="16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방어도는 누적 가능한 수치형 자원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매 턴 시작 시 가장 먼저 초기화되는 휘발성 성질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지속 피해(출혈/중독 등)는 방어도가 사라진 후 본체 체력에 직접 적용되는 것을 원칙으로 함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</a:t>
            </a:r>
            <a:r>
              <a:rPr lang="ko"/>
              <a:t>방어 카드 사용 및 수치 부여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2634400" y="1152475"/>
            <a:ext cx="619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플레이어/몬스터 본인에게 적용되는 방어막 생성 및 중첩 로직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ko" sz="1600"/>
              <a:t>카드 발동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플레이어 자신을 타겟으로 방어 카드 사용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ko" sz="1600"/>
              <a:t>방어도 존재 체크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현재 플레이어에게 기존 방어도가 존재하는지 확인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ko" sz="1600"/>
              <a:t>수치 연산 (중첩):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기존 방어도 있음 : 기존 수치에 카드 수치를 합산 (유지 턴 증가 X)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기존 방어도 없음 : 새로운 방어도 수치를 부여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ko" sz="1600"/>
              <a:t>UI 동기화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[방패] 아이콘 활성화 및 현재 누적된 방어도 총량 실시간 표시</a:t>
            </a:r>
            <a:endParaRPr/>
          </a:p>
        </p:txBody>
      </p:sp>
      <p:pic>
        <p:nvPicPr>
          <p:cNvPr id="74" name="Google Shape;74;p16" title="방어카드 사용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2329600" cy="3024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 </a:t>
            </a:r>
            <a:r>
              <a:rPr lang="ko"/>
              <a:t>피격 발생 시 데미지 처리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2634400" y="1152475"/>
            <a:ext cx="619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HP </a:t>
            </a:r>
            <a:r>
              <a:rPr lang="ko"/>
              <a:t>감소 전 방어도를 우선 소모하여 생존력을 계산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ko" sz="1600"/>
              <a:t>트리거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적의 공격에 의한 피격 이벤트 발생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ko" sz="1600"/>
              <a:t>방어도 존재 여부 확인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방어도가 없다면 즉시 본체 체력 차감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ko" sz="1600"/>
              <a:t>데미지 상쇄 연산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방어도 &gt;= 피해량 : </a:t>
            </a:r>
            <a:r>
              <a:rPr b="1" lang="ko"/>
              <a:t>방어도만 차감</a:t>
            </a:r>
            <a:r>
              <a:rPr lang="ko"/>
              <a:t>하고 본체 체력 보호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방어도 &lt; 피해량 : </a:t>
            </a:r>
            <a:r>
              <a:rPr b="1" lang="ko"/>
              <a:t>방어도를 0으로 처리</a:t>
            </a:r>
            <a:r>
              <a:rPr lang="ko"/>
              <a:t>하고, </a:t>
            </a:r>
            <a:r>
              <a:rPr b="1" lang="ko"/>
              <a:t>초과된 피해량만큼 본체 체력 감소</a:t>
            </a:r>
            <a:endParaRPr b="1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ko" sz="1600"/>
              <a:t>UI 동기화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연산 종료 후 캐릭터 상태 UI 업데이트</a:t>
            </a:r>
            <a:endParaRPr/>
          </a:p>
        </p:txBody>
      </p:sp>
      <p:pic>
        <p:nvPicPr>
          <p:cNvPr id="81" name="Google Shape;81;p17" title="방어도 공격_피격 발생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2329600" cy="369995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1613350" y="1811300"/>
            <a:ext cx="252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chemeClr val="dk2"/>
                </a:solidFill>
              </a:rPr>
              <a:t>예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650625" y="1752400"/>
            <a:ext cx="52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chemeClr val="dk2"/>
                </a:solidFill>
              </a:rPr>
              <a:t>아니요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2059200" y="3266625"/>
            <a:ext cx="252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chemeClr val="dk2"/>
                </a:solidFill>
              </a:rPr>
              <a:t>예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1337350" y="3301650"/>
            <a:ext cx="528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chemeClr val="dk2"/>
                </a:solidFill>
              </a:rPr>
              <a:t>아니요</a:t>
            </a:r>
            <a:endParaRPr sz="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카드 발동 및 데이터 처리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2634400" y="1152475"/>
            <a:ext cx="619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턴 시작 시 방어도를 삭제하고 상태 이상 데미지 선 적용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ko" sz="1600"/>
              <a:t>방어도 초기화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플레이어 턴 시작 즉시, 이전 턴의 남은 방어도를 0으로 초기화 및 소멸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ko" sz="1600"/>
              <a:t>지속 피해 체크 및 처리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중독, 출혈 등 대상에게 부여된 지속 피해 효과 확인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방어도가 사라진 상태에서 본체 체력에 데미지 선 적용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ko" sz="1600"/>
              <a:t>행동 시작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모든 선행 연산이 끝난 후 버프/디버프 상태가 반영된 후 행동 시작</a:t>
            </a:r>
            <a:endParaRPr/>
          </a:p>
        </p:txBody>
      </p:sp>
      <p:pic>
        <p:nvPicPr>
          <p:cNvPr id="92" name="Google Shape;92;p18" title="행동 전 효과 적용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1480699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