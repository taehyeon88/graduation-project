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d32d560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d32d560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d32d560f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d32d560f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d32d560f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d32d560f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d32d560f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d32d560f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figma.com/design/hG7QuYbKUS55vVdTEa6g3s/%EC%A0%9C%EB%AA%A9-%EC%97%86%EC%9D%8C?node-id=0-1&amp;t=yORDpfOSa4kLUnvN-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카드 프로토타입 디자인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26.04.04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83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카드 디자인 1, 2, 3 typography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715000" y="1017675"/>
            <a:ext cx="21969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제목 텍스트</a:t>
            </a:r>
            <a:endParaRPr sz="10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Font: noto sans kr / Bold</a:t>
            </a:r>
            <a:endParaRPr sz="10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size: 20 point </a:t>
            </a:r>
            <a:endParaRPr sz="10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자간: 0</a:t>
            </a:r>
            <a:endParaRPr sz="10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행간: 24</a:t>
            </a:r>
            <a:endParaRPr sz="10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color: #FFFFFF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코스트 텍스트</a:t>
            </a:r>
            <a:endParaRPr sz="10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Font: Langar / Regular</a:t>
            </a:r>
            <a:endParaRPr sz="10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size: 32 point </a:t>
            </a:r>
            <a:endParaRPr sz="10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자간: 0</a:t>
            </a:r>
            <a:endParaRPr sz="10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행간: 24</a:t>
            </a:r>
            <a:endParaRPr sz="10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color: #000000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타입 텍스트</a:t>
            </a:r>
            <a:endParaRPr sz="10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Font: noto sans kr / Rengular</a:t>
            </a:r>
            <a:endParaRPr sz="10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size: 13 point </a:t>
            </a:r>
            <a:endParaRPr sz="10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자간: 0</a:t>
            </a:r>
            <a:endParaRPr sz="10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행간: 24</a:t>
            </a:r>
            <a:endParaRPr sz="10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color: #000000</a:t>
            </a:r>
            <a:endParaRPr sz="1000"/>
          </a:p>
        </p:txBody>
      </p:sp>
      <p:pic>
        <p:nvPicPr>
          <p:cNvPr id="62" name="Google Shape;62;p14" title="예시 3 - 자가적용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1352625" cy="190596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6124500" y="1017663"/>
            <a:ext cx="21969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텍스트 표시 텍스트</a:t>
            </a:r>
            <a:endParaRPr sz="10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Font: noto sans kr / Rengular</a:t>
            </a:r>
            <a:endParaRPr sz="10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size: 10 point </a:t>
            </a:r>
            <a:endParaRPr sz="10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자간: 0</a:t>
            </a:r>
            <a:endParaRPr sz="10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행간: 24</a:t>
            </a:r>
            <a:endParaRPr sz="10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color: #FFFFFF</a:t>
            </a:r>
            <a:endParaRPr sz="1000"/>
          </a:p>
        </p:txBody>
      </p:sp>
      <p:pic>
        <p:nvPicPr>
          <p:cNvPr id="64" name="Google Shape;64;p14" title="예시 1 - 싱대 공격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3350" y="1017675"/>
            <a:ext cx="1352625" cy="1905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 title="예시 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150" y="3283250"/>
            <a:ext cx="1320178" cy="186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카드 디자인1 : 사이즈 크기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383475" y="1017725"/>
            <a:ext cx="19851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/>
              <a:t>카드 본체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사이즈: 220 x 310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외곽선: 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ko" sz="1000"/>
              <a:t>굵기: 10px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ko" sz="1000"/>
              <a:t>색상: (임시)#7BE7BA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모서리 반경: 11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투명도: 100%</a:t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ko" sz="1000"/>
              <a:t>이미지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사이즈: 196 x 108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외곽선: 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ko" sz="1000"/>
              <a:t>굵기: 2px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ko" sz="1000"/>
              <a:t>색상: (임시)#D9D9D9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모서리 반경: 3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투명도: 100%</a:t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ko" sz="1000"/>
              <a:t>타입 (파랑색)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사이즈: 44 x 18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외곽선: X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모서리 반경: 4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투명도: 100%</a:t>
            </a:r>
            <a:endParaRPr sz="1000"/>
          </a:p>
        </p:txBody>
      </p:sp>
      <p:pic>
        <p:nvPicPr>
          <p:cNvPr id="72" name="Google Shape;72;p15" title="예시 1 - 싱대 공격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2927970" cy="412577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1169538" y="2110050"/>
            <a:ext cx="121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FF0000"/>
                </a:solidFill>
              </a:rPr>
              <a:t>이미지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5368575" y="1017663"/>
            <a:ext cx="19851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/>
              <a:t>코스트 (빨간색)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사이즈: 46 x 46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외곽선: 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ko" sz="1000"/>
              <a:t>굵기: 2px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ko" sz="1000"/>
              <a:t>색상: (임시)#000000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모서리 반경: 7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투명도: 100%</a:t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ko" sz="1000"/>
              <a:t>서브 타입/공격범위/공격가능범위 이미지 (노랑색)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사이즈: 38 x 38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외곽선: 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ko" sz="1000"/>
              <a:t>굵기: 2px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ko" sz="1000"/>
              <a:t>색상: (임시)#000000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모서리 반경: 7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투명도: 100%</a:t>
            </a:r>
            <a:endParaRPr sz="1000"/>
          </a:p>
        </p:txBody>
      </p:sp>
      <p:sp>
        <p:nvSpPr>
          <p:cNvPr id="75" name="Google Shape;75;p15"/>
          <p:cNvSpPr/>
          <p:nvPr/>
        </p:nvSpPr>
        <p:spPr>
          <a:xfrm>
            <a:off x="352800" y="1057850"/>
            <a:ext cx="766200" cy="728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1392600" y="2854700"/>
            <a:ext cx="766200" cy="4617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352800" y="1786550"/>
            <a:ext cx="766200" cy="6207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1053625" y="4522925"/>
            <a:ext cx="1370100" cy="6207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카드 디자인2 : 사이즈 크기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383475" y="1017725"/>
            <a:ext cx="19851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/>
              <a:t>카드 본체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사이즈: 220 x 310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외곽선: 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ko" sz="1000"/>
              <a:t>굵기: 10px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ko" sz="1000"/>
              <a:t>색상: (임시)#7BE7BA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모서리 반경: 11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투명도: 100%</a:t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ko" sz="1000"/>
              <a:t>이미지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사이즈: 196 x 108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외곽선: 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ko" sz="1000"/>
              <a:t>굵기: 2px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ko" sz="1000"/>
              <a:t>색상: (임시)#D9D9D9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모서리 반경: 3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투명도: 100%</a:t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ko" sz="1000"/>
              <a:t>타입 (파랑색)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사이즈: 44 x 18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외곽선: X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모서리 반경: 4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투명도: 100%</a:t>
            </a:r>
            <a:endParaRPr sz="1000"/>
          </a:p>
        </p:txBody>
      </p:sp>
      <p:pic>
        <p:nvPicPr>
          <p:cNvPr id="85" name="Google Shape;85;p16" title="예시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017725"/>
            <a:ext cx="2927970" cy="41257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1169538" y="2110050"/>
            <a:ext cx="121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FF0000"/>
                </a:solidFill>
              </a:rPr>
              <a:t>이미지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5368575" y="1017663"/>
            <a:ext cx="19851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/>
              <a:t>코스트 (빨간색)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사이즈: 46 x 46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외곽선: 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ko" sz="1000"/>
              <a:t>굵기: 2px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ko" sz="1000"/>
              <a:t>색상: (임시)#000000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모서리 반경: 7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투명도: 100%</a:t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ko" sz="1000"/>
              <a:t>카드 타입 이미지</a:t>
            </a:r>
            <a:br>
              <a:rPr b="1" lang="ko" sz="1000"/>
            </a:br>
            <a:r>
              <a:rPr b="1" lang="ko" sz="1000"/>
              <a:t>(노랑색)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사이즈: 43 x 43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외곽선: 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ko" sz="1000"/>
              <a:t>굵기: 2px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ko" sz="1000"/>
              <a:t>색상: (임시)#000000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모서리 반경: 7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투명도: 100%</a:t>
            </a:r>
            <a:endParaRPr sz="1000"/>
          </a:p>
        </p:txBody>
      </p:sp>
      <p:sp>
        <p:nvSpPr>
          <p:cNvPr id="88" name="Google Shape;88;p16"/>
          <p:cNvSpPr/>
          <p:nvPr/>
        </p:nvSpPr>
        <p:spPr>
          <a:xfrm>
            <a:off x="352800" y="1057850"/>
            <a:ext cx="766200" cy="728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1392600" y="2854700"/>
            <a:ext cx="766200" cy="4617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432175" y="4335325"/>
            <a:ext cx="2706000" cy="6912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링크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3"/>
              </a:rPr>
              <a:t>https://www.figma.com/design/hG7QuYbKUS55vVdTEa6g3s/%EC%A0%9C%EB%AA%A9-%EC%97%86%EC%9D%8C?node-id=0-1&amp;t=yORDpfOSa4kLUnvN-1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